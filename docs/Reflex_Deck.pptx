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is not a delivery ledger.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IN NAIROBI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5B708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2487168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coordination — 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retailers (electronics on Luthuli Ave, CBD pharmacies, hardware shops) coordinate high-value customer deliveries across messy WhatsApp groups and unrecorded phone calls.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5B708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3264408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delivery blindness — 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shopkeepers do not know which rider picked up an item, where the rider is, or if the customer actually received the goods.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5B708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4041648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loss — 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disputes over lost merchandise, delayed drops, and unverified cash collections, absorbed straight from the shopkeeper's bottom line.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D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349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23160" y="5513832"/>
            <a:ext cx="0" cy="539496"/>
          </a:xfrm>
          <a:prstGeom prst="line">
            <a:avLst/>
          </a:prstGeom>
          <a:noFill/>
          <a:ln w="12700">
            <a:solidFill>
              <a:srgbClr val="5B70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5349240"/>
            <a:ext cx="8714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messaging creates operational chaos, zero parcel accountability, and direct financial loss for urban retailers.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— Delivery Coordination Platform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543032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connected personas, one synchronized source of truth.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REFLEX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3384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88920"/>
            <a:ext cx="438912" cy="438912"/>
          </a:xfrm>
          <a:prstGeom prst="ellipse">
            <a:avLst/>
          </a:prstGeom>
          <a:solidFill>
            <a:srgbClr val="5B708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Retailer Staff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delivery requests — customer name, phone, drop-off location, item description, parcel value — and receives a live tracking ID and customer OTP PIN.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7784" y="2514600"/>
            <a:ext cx="3453384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2104" y="2788920"/>
            <a:ext cx="438912" cy="438912"/>
          </a:xfrm>
          <a:prstGeom prst="ellipse">
            <a:avLst/>
          </a:prstGeom>
          <a:solidFill>
            <a:srgbClr val="5B708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2104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42104" y="338328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42104" y="3794760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a centralized queue of unassigned orders and live fleet availability to assign a rider in one click.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6928" y="2514600"/>
            <a:ext cx="3453384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1248" y="2788920"/>
            <a:ext cx="438912" cy="438912"/>
          </a:xfrm>
          <a:prstGeom prst="ellipse">
            <a:avLst/>
          </a:prstGeom>
          <a:solidFill>
            <a:srgbClr val="5B708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1248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61248" y="338328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Rider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61248" y="3794760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assigned routes on a mobile interface, confirms physical pickup, and verifies drop-off via customer OTP.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DF1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212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23160" y="5376672"/>
            <a:ext cx="0" cy="539496"/>
          </a:xfrm>
          <a:prstGeom prst="line">
            <a:avLst/>
          </a:prstGeom>
          <a:noFill/>
          <a:ln w="12700">
            <a:solidFill>
              <a:srgbClr val="5B708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5212080"/>
            <a:ext cx="8714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automates delivery handoffs between merchant, dispatcher, and rider through a strict, auditable 4-stage lifecycle: Pending Dispatch → Assigned → Picked Up → Delivered.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— Delivery Coordination Platform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543032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guarded state machine, three synchronized views.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BUILD: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10916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over in-memory store, modular monolith</a:t>
            </a:r>
            <a:endParaRPr lang="en-US" sz="1600" dirty="0"/>
          </a:p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Four-state order machine: PENDING_DISPATCH → ASSIGNED → PICKED_UP → DELIVERED</a:t>
            </a:r>
            <a:endParaRPr lang="en-US" sz="1600" dirty="0"/>
          </a:p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guarded — an order can't skip a step or be assigned twice</a:t>
            </a:r>
            <a:endParaRPr lang="en-US" sz="1600" dirty="0"/>
          </a:p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polls every 4 seconds so all three personas converge on the same state</a:t>
            </a:r>
            <a:endParaRPr lang="en-US" sz="1600" dirty="0"/>
          </a:p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closes only on a matching OTP, and every attempt (including failures) is appended to the audit trail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DF1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440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5605272"/>
            <a:ext cx="0" cy="539496"/>
          </a:xfrm>
          <a:prstGeom prst="line">
            <a:avLst/>
          </a:prstGeom>
          <a:noFill/>
          <a:ln w="12700">
            <a:solidFill>
              <a:srgbClr val="5B708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5440680"/>
            <a:ext cx="8714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shared state, every transition guarded.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— Delivery Coordination Platform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43032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know where this breaks and what it'd take to fix.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10916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guards are sequential, not atomic — simultaneous assignment could still race</a:t>
            </a:r>
            <a:endParaRPr lang="en-US" sz="1600" dirty="0"/>
          </a:p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is generated and verified but never sent — not yet independent proof</a:t>
            </a:r>
            <a:endParaRPr lang="en-US" sz="1600" dirty="0"/>
          </a:p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— the OTP is readable through the order API</a:t>
            </a:r>
            <a:endParaRPr lang="en-US" sz="1600" dirty="0"/>
          </a:p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in memory — lost on restart</a:t>
            </a:r>
            <a:endParaRPr lang="en-US" sz="1600" dirty="0"/>
          </a:p>
          <a:p>
            <a:pPr marL="279400" indent="-2794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is append-only by convention, not enforced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DF1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440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5605272"/>
            <a:ext cx="0" cy="539496"/>
          </a:xfrm>
          <a:prstGeom prst="line">
            <a:avLst/>
          </a:prstGeom>
          <a:noFill/>
          <a:ln w="12700">
            <a:solidFill>
              <a:srgbClr val="5B708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5440680"/>
            <a:ext cx="8714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compromise is documented and understood.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— Delivery Coordination Platform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43032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from single-store visibility to East Africa's local commerce backbone.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453384" cy="2606040"/>
          </a:xfrm>
          <a:prstGeom prst="roundRect">
            <a:avLst>
              <a:gd name="adj" fmla="val 2105"/>
            </a:avLst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62072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Build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2904744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566160"/>
            <a:ext cx="290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3-persona synchronization, guarded FSM state machine, OTP verification, and audit logging.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7784" y="2240280"/>
            <a:ext cx="3453384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2104" y="25146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42104" y="2862072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Routing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42104" y="3429000"/>
            <a:ext cx="2904744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2104" y="3566160"/>
            <a:ext cx="290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 topological routing engine (OSRM), multi-tenant retailer accounts, and automated batch route clustering.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6928" y="2240280"/>
            <a:ext cx="3453384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61248" y="25146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LATER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61248" y="2862072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Fintech Integration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461248" y="3429000"/>
            <a:ext cx="2904744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61248" y="3566160"/>
            <a:ext cx="290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M-Pesa escrow release, triggered automatically upon successful customer OTP verification.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DF1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349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23160" y="5513832"/>
            <a:ext cx="0" cy="539496"/>
          </a:xfrm>
          <a:prstGeom prst="line">
            <a:avLst/>
          </a:prstGeom>
          <a:noFill/>
          <a:ln w="12700">
            <a:solidFill>
              <a:srgbClr val="5B708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51760" y="5349240"/>
            <a:ext cx="8714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delivers immediate operational control today while establishing the infrastructure for automated route clustering and instant fintech escrow tomorrow.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— Delivery Coordination Platform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543032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2026-09-05T06:32:36Z</dcterms:created>
  <dcterms:modified xsi:type="dcterms:W3CDTF">2026-09-05T06:32:36Z</dcterms:modified>
</cp:coreProperties>
</file>